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Spotify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Cleaning • Engagement • Performance • Strategy • Campaigns •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duplicates and missing values</a:t>
            </a:r>
          </a:p>
          <a:p>
            <a:r>
              <a:t>• Standardized formats</a:t>
            </a:r>
          </a:p>
          <a:p>
            <a:r>
              <a:t>• Prepared clean dataset for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Engagement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likes, shares, and comments</a:t>
            </a:r>
          </a:p>
          <a:p>
            <a:r>
              <a:t>• Identified top-performing posts</a:t>
            </a:r>
          </a:p>
          <a:p>
            <a:r>
              <a:t>• Found key engagement 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Platform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performance across Instagram, Twitter, YouTube</a:t>
            </a:r>
          </a:p>
          <a:p>
            <a:r>
              <a:t>• Evaluated ad spend vs engagement</a:t>
            </a:r>
          </a:p>
          <a:p>
            <a:r>
              <a:t>• Found best-performing platforms</a:t>
            </a:r>
          </a:p>
        </p:txBody>
      </p:sp>
      <p:pic>
        <p:nvPicPr>
          <p:cNvPr id="4" name="Picture 3" descr="Task3_AdSpend_vs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Hashtag &amp; Content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hashtag performance</a:t>
            </a:r>
          </a:p>
          <a:p>
            <a:r>
              <a:t>• Music-related hashtags performed best</a:t>
            </a:r>
          </a:p>
          <a:p>
            <a:r>
              <a:t>• Suggested optimized content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5: Campaign Effectiveness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reach, impressions, and conversions</a:t>
            </a:r>
          </a:p>
          <a:p>
            <a:r>
              <a:t>• Identified campaigns with best ROI</a:t>
            </a:r>
          </a:p>
          <a:p>
            <a:r>
              <a:t>• Recommendations for future campaigns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6: Follower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Analyzed follower growth trends</a:t>
            </a:r>
          </a:p>
          <a:p>
            <a:r>
              <a:t>• Measured retention over time</a:t>
            </a:r>
          </a:p>
          <a:p>
            <a:r>
              <a:t>• Linked campaign impact to follower loyalty</a:t>
            </a:r>
          </a:p>
        </p:txBody>
      </p:sp>
      <p:pic>
        <p:nvPicPr>
          <p:cNvPr id="4" name="Picture 3" descr="Task6_Followers_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Engagement analysis highlighted top-performing content</a:t>
            </a:r>
          </a:p>
          <a:p>
            <a:r>
              <a:t>• Platform comparison revealed where to focus efforts</a:t>
            </a:r>
          </a:p>
          <a:p>
            <a:r>
              <a:t>• Campaign analysis guided ROI optimization</a:t>
            </a:r>
          </a:p>
          <a:p>
            <a:r>
              <a:t>• Retention analysis showed long-term audience loyalty</a:t>
            </a:r>
          </a:p>
          <a:p/>
          <a:p>
            <a:r>
              <a:t>Recommendations:</a:t>
            </a:r>
          </a:p>
          <a:p>
            <a:r>
              <a:t>✔ Focus on high-performing platforms</a:t>
            </a:r>
          </a:p>
          <a:p>
            <a:r>
              <a:t>✔ Use effective hashtags</a:t>
            </a:r>
          </a:p>
          <a:p>
            <a:r>
              <a:t>✔ Invest in proven campaigns</a:t>
            </a:r>
          </a:p>
          <a:p>
            <a:r>
              <a:t>✔ Track follower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